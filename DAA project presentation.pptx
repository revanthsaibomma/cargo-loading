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4" r:id="rId3"/>
    <p:sldId id="256" r:id="rId4"/>
    <p:sldId id="277" r:id="rId5"/>
    <p:sldId id="269" r:id="rId6"/>
    <p:sldId id="282" r:id="rId7"/>
    <p:sldId id="281" r:id="rId8"/>
    <p:sldId id="266" r:id="rId9"/>
    <p:sldId id="280" r:id="rId10"/>
    <p:sldId id="283" r:id="rId11"/>
    <p:sldId id="28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18D9B-CFF7-44E1-A036-E5DDF9AEB952}" v="302" dt="2025-11-09T10:06:15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SAI BOMMA" userId="082ebaeb927c1c5f" providerId="LiveId" clId="{31C0CB85-6C6B-4CC7-8709-BD31C5305AC8}"/>
    <pc:docChg chg="undo custSel addSld delSld modSld sldOrd">
      <pc:chgData name="REVANTH SAI BOMMA" userId="082ebaeb927c1c5f" providerId="LiveId" clId="{31C0CB85-6C6B-4CC7-8709-BD31C5305AC8}" dt="2025-11-09T10:07:01.258" v="850" actId="20577"/>
      <pc:docMkLst>
        <pc:docMk/>
      </pc:docMkLst>
      <pc:sldChg chg="del">
        <pc:chgData name="REVANTH SAI BOMMA" userId="082ebaeb927c1c5f" providerId="LiveId" clId="{31C0CB85-6C6B-4CC7-8709-BD31C5305AC8}" dt="2025-11-09T09:00:41.309" v="1" actId="47"/>
        <pc:sldMkLst>
          <pc:docMk/>
          <pc:sldMk cId="394596987" sldId="256"/>
        </pc:sldMkLst>
      </pc:sldChg>
      <pc:sldChg chg="addSp delSp modSp mod">
        <pc:chgData name="REVANTH SAI BOMMA" userId="082ebaeb927c1c5f" providerId="LiveId" clId="{31C0CB85-6C6B-4CC7-8709-BD31C5305AC8}" dt="2025-11-09T09:57:03.339" v="438" actId="1076"/>
        <pc:sldMkLst>
          <pc:docMk/>
          <pc:sldMk cId="1553394681" sldId="266"/>
        </pc:sldMkLst>
        <pc:spChg chg="del mod">
          <ac:chgData name="REVANTH SAI BOMMA" userId="082ebaeb927c1c5f" providerId="LiveId" clId="{31C0CB85-6C6B-4CC7-8709-BD31C5305AC8}" dt="2025-11-09T09:04:30.587" v="239"/>
          <ac:spMkLst>
            <pc:docMk/>
            <pc:sldMk cId="1553394681" sldId="266"/>
            <ac:spMk id="17" creationId="{36F8CB82-67E5-C4E5-663E-D0E321419C39}"/>
          </ac:spMkLst>
        </pc:spChg>
        <pc:picChg chg="add mod">
          <ac:chgData name="REVANTH SAI BOMMA" userId="082ebaeb927c1c5f" providerId="LiveId" clId="{31C0CB85-6C6B-4CC7-8709-BD31C5305AC8}" dt="2025-11-09T09:57:03.339" v="438" actId="1076"/>
          <ac:picMkLst>
            <pc:docMk/>
            <pc:sldMk cId="1553394681" sldId="266"/>
            <ac:picMk id="6" creationId="{DBA263C9-DD8C-7D7B-CDA5-C7084DAAE894}"/>
          </ac:picMkLst>
        </pc:picChg>
      </pc:sldChg>
      <pc:sldChg chg="del">
        <pc:chgData name="REVANTH SAI BOMMA" userId="082ebaeb927c1c5f" providerId="LiveId" clId="{31C0CB85-6C6B-4CC7-8709-BD31C5305AC8}" dt="2025-11-09T09:04:39.859" v="241" actId="47"/>
        <pc:sldMkLst>
          <pc:docMk/>
          <pc:sldMk cId="544335601" sldId="268"/>
        </pc:sldMkLst>
      </pc:sldChg>
      <pc:sldChg chg="addSp delSp modSp mod">
        <pc:chgData name="REVANTH SAI BOMMA" userId="082ebaeb927c1c5f" providerId="LiveId" clId="{31C0CB85-6C6B-4CC7-8709-BD31C5305AC8}" dt="2025-11-09T09:22:36.885" v="362" actId="2711"/>
        <pc:sldMkLst>
          <pc:docMk/>
          <pc:sldMk cId="1707991942" sldId="269"/>
        </pc:sldMkLst>
        <pc:spChg chg="mod">
          <ac:chgData name="REVANTH SAI BOMMA" userId="082ebaeb927c1c5f" providerId="LiveId" clId="{31C0CB85-6C6B-4CC7-8709-BD31C5305AC8}" dt="2025-11-09T09:19:05.318" v="292" actId="27636"/>
          <ac:spMkLst>
            <pc:docMk/>
            <pc:sldMk cId="1707991942" sldId="269"/>
            <ac:spMk id="2" creationId="{B8580ECE-C3C5-1C8F-A6F6-B201D9CF0443}"/>
          </ac:spMkLst>
        </pc:spChg>
        <pc:spChg chg="mod">
          <ac:chgData name="REVANTH SAI BOMMA" userId="082ebaeb927c1c5f" providerId="LiveId" clId="{31C0CB85-6C6B-4CC7-8709-BD31C5305AC8}" dt="2025-11-09T09:19:54.803" v="303" actId="14100"/>
          <ac:spMkLst>
            <pc:docMk/>
            <pc:sldMk cId="1707991942" sldId="269"/>
            <ac:spMk id="3" creationId="{91372801-7EC2-5758-8CD8-4C52169D462F}"/>
          </ac:spMkLst>
        </pc:spChg>
        <pc:spChg chg="add">
          <ac:chgData name="REVANTH SAI BOMMA" userId="082ebaeb927c1c5f" providerId="LiveId" clId="{31C0CB85-6C6B-4CC7-8709-BD31C5305AC8}" dt="2025-11-09T09:18:23.998" v="288"/>
          <ac:spMkLst>
            <pc:docMk/>
            <pc:sldMk cId="1707991942" sldId="269"/>
            <ac:spMk id="8" creationId="{58E17269-B0FB-DDF3-F703-9139EEE0A73D}"/>
          </ac:spMkLst>
        </pc:spChg>
        <pc:spChg chg="add">
          <ac:chgData name="REVANTH SAI BOMMA" userId="082ebaeb927c1c5f" providerId="LiveId" clId="{31C0CB85-6C6B-4CC7-8709-BD31C5305AC8}" dt="2025-11-09T09:18:33.423" v="290"/>
          <ac:spMkLst>
            <pc:docMk/>
            <pc:sldMk cId="1707991942" sldId="269"/>
            <ac:spMk id="9" creationId="{3AF2E163-1BB8-4429-A7CC-E01AF7023BD4}"/>
          </ac:spMkLst>
        </pc:spChg>
        <pc:spChg chg="add">
          <ac:chgData name="REVANTH SAI BOMMA" userId="082ebaeb927c1c5f" providerId="LiveId" clId="{31C0CB85-6C6B-4CC7-8709-BD31C5305AC8}" dt="2025-11-09T09:19:06.400" v="293"/>
          <ac:spMkLst>
            <pc:docMk/>
            <pc:sldMk cId="1707991942" sldId="269"/>
            <ac:spMk id="10" creationId="{1B5AFB6B-3B4D-0B06-3DEE-41930C9EC912}"/>
          </ac:spMkLst>
        </pc:spChg>
        <pc:spChg chg="add mod">
          <ac:chgData name="REVANTH SAI BOMMA" userId="082ebaeb927c1c5f" providerId="LiveId" clId="{31C0CB85-6C6B-4CC7-8709-BD31C5305AC8}" dt="2025-11-09T09:19:17.071" v="296" actId="14100"/>
          <ac:spMkLst>
            <pc:docMk/>
            <pc:sldMk cId="1707991942" sldId="269"/>
            <ac:spMk id="11" creationId="{158BB3CA-A31A-6436-9688-030BD6B5067C}"/>
          </ac:spMkLst>
        </pc:spChg>
        <pc:spChg chg="add mod">
          <ac:chgData name="REVANTH SAI BOMMA" userId="082ebaeb927c1c5f" providerId="LiveId" clId="{31C0CB85-6C6B-4CC7-8709-BD31C5305AC8}" dt="2025-11-09T09:22:36.885" v="362" actId="2711"/>
          <ac:spMkLst>
            <pc:docMk/>
            <pc:sldMk cId="1707991942" sldId="269"/>
            <ac:spMk id="12" creationId="{8450819F-667F-54F5-C88C-FCF127B66F5D}"/>
          </ac:spMkLst>
        </pc:spChg>
        <pc:graphicFrameChg chg="add mod">
          <ac:chgData name="REVANTH SAI BOMMA" userId="082ebaeb927c1c5f" providerId="LiveId" clId="{31C0CB85-6C6B-4CC7-8709-BD31C5305AC8}" dt="2025-11-09T09:03:03.657" v="164"/>
          <ac:graphicFrameMkLst>
            <pc:docMk/>
            <pc:sldMk cId="1707991942" sldId="269"/>
            <ac:graphicFrameMk id="5" creationId="{53F1D226-61EB-E62D-43EF-FF1B258299C9}"/>
          </ac:graphicFrameMkLst>
        </pc:graphicFrameChg>
        <pc:picChg chg="add del">
          <ac:chgData name="REVANTH SAI BOMMA" userId="082ebaeb927c1c5f" providerId="LiveId" clId="{31C0CB85-6C6B-4CC7-8709-BD31C5305AC8}" dt="2025-11-09T09:12:07.180" v="270" actId="478"/>
          <ac:picMkLst>
            <pc:docMk/>
            <pc:sldMk cId="1707991942" sldId="269"/>
            <ac:picMk id="7" creationId="{D5507B55-E67A-C3D4-88E9-68FA97041337}"/>
          </ac:picMkLst>
        </pc:picChg>
      </pc:sldChg>
      <pc:sldChg chg="modSp mod">
        <pc:chgData name="REVANTH SAI BOMMA" userId="082ebaeb927c1c5f" providerId="LiveId" clId="{31C0CB85-6C6B-4CC7-8709-BD31C5305AC8}" dt="2025-11-09T10:07:01.258" v="850" actId="20577"/>
        <pc:sldMkLst>
          <pc:docMk/>
          <pc:sldMk cId="2945117045" sldId="274"/>
        </pc:sldMkLst>
        <pc:spChg chg="mod">
          <ac:chgData name="REVANTH SAI BOMMA" userId="082ebaeb927c1c5f" providerId="LiveId" clId="{31C0CB85-6C6B-4CC7-8709-BD31C5305AC8}" dt="2025-11-09T10:07:01.258" v="850" actId="20577"/>
          <ac:spMkLst>
            <pc:docMk/>
            <pc:sldMk cId="2945117045" sldId="274"/>
            <ac:spMk id="2" creationId="{AF6F3D8C-46F5-FC5A-4166-DDA5800CC910}"/>
          </ac:spMkLst>
        </pc:spChg>
      </pc:sldChg>
      <pc:sldChg chg="modSp mod">
        <pc:chgData name="REVANTH SAI BOMMA" userId="082ebaeb927c1c5f" providerId="LiveId" clId="{31C0CB85-6C6B-4CC7-8709-BD31C5305AC8}" dt="2025-11-09T09:01:15.312" v="34" actId="20577"/>
        <pc:sldMkLst>
          <pc:docMk/>
          <pc:sldMk cId="2062801337" sldId="276"/>
        </pc:sldMkLst>
        <pc:spChg chg="mod">
          <ac:chgData name="REVANTH SAI BOMMA" userId="082ebaeb927c1c5f" providerId="LiveId" clId="{31C0CB85-6C6B-4CC7-8709-BD31C5305AC8}" dt="2025-11-09T09:01:15.312" v="34" actId="20577"/>
          <ac:spMkLst>
            <pc:docMk/>
            <pc:sldMk cId="2062801337" sldId="276"/>
            <ac:spMk id="2" creationId="{74FAD03F-A847-1A62-E789-91BB660B33AF}"/>
          </ac:spMkLst>
        </pc:spChg>
      </pc:sldChg>
      <pc:sldChg chg="modSp mod">
        <pc:chgData name="REVANTH SAI BOMMA" userId="082ebaeb927c1c5f" providerId="LiveId" clId="{31C0CB85-6C6B-4CC7-8709-BD31C5305AC8}" dt="2025-11-09T09:02:39.700" v="160" actId="20577"/>
        <pc:sldMkLst>
          <pc:docMk/>
          <pc:sldMk cId="95682113" sldId="277"/>
        </pc:sldMkLst>
        <pc:spChg chg="mod">
          <ac:chgData name="REVANTH SAI BOMMA" userId="082ebaeb927c1c5f" providerId="LiveId" clId="{31C0CB85-6C6B-4CC7-8709-BD31C5305AC8}" dt="2025-11-09T09:02:39.700" v="160" actId="20577"/>
          <ac:spMkLst>
            <pc:docMk/>
            <pc:sldMk cId="95682113" sldId="277"/>
            <ac:spMk id="5" creationId="{74E680A1-5177-2DB3-27DA-EB511937BD0C}"/>
          </ac:spMkLst>
        </pc:spChg>
      </pc:sldChg>
      <pc:sldChg chg="del">
        <pc:chgData name="REVANTH SAI BOMMA" userId="082ebaeb927c1c5f" providerId="LiveId" clId="{31C0CB85-6C6B-4CC7-8709-BD31C5305AC8}" dt="2025-11-09T09:04:35.853" v="240" actId="47"/>
        <pc:sldMkLst>
          <pc:docMk/>
          <pc:sldMk cId="1309873893" sldId="278"/>
        </pc:sldMkLst>
      </pc:sldChg>
      <pc:sldChg chg="del">
        <pc:chgData name="REVANTH SAI BOMMA" userId="082ebaeb927c1c5f" providerId="LiveId" clId="{31C0CB85-6C6B-4CC7-8709-BD31C5305AC8}" dt="2025-11-09T09:04:42.669" v="242" actId="47"/>
        <pc:sldMkLst>
          <pc:docMk/>
          <pc:sldMk cId="2418057766" sldId="279"/>
        </pc:sldMkLst>
      </pc:sldChg>
      <pc:sldChg chg="addSp delSp modSp mod">
        <pc:chgData name="REVANTH SAI BOMMA" userId="082ebaeb927c1c5f" providerId="LiveId" clId="{31C0CB85-6C6B-4CC7-8709-BD31C5305AC8}" dt="2025-11-09T09:13:18.418" v="283" actId="1076"/>
        <pc:sldMkLst>
          <pc:docMk/>
          <pc:sldMk cId="2799425353" sldId="280"/>
        </pc:sldMkLst>
        <pc:picChg chg="add del mod">
          <ac:chgData name="REVANTH SAI BOMMA" userId="082ebaeb927c1c5f" providerId="LiveId" clId="{31C0CB85-6C6B-4CC7-8709-BD31C5305AC8}" dt="2025-11-09T09:10:00.954" v="266" actId="478"/>
          <ac:picMkLst>
            <pc:docMk/>
            <pc:sldMk cId="2799425353" sldId="280"/>
            <ac:picMk id="3" creationId="{08BE66C5-1BFA-4515-0558-69E5EA362D28}"/>
          </ac:picMkLst>
        </pc:picChg>
        <pc:picChg chg="del">
          <ac:chgData name="REVANTH SAI BOMMA" userId="082ebaeb927c1c5f" providerId="LiveId" clId="{31C0CB85-6C6B-4CC7-8709-BD31C5305AC8}" dt="2025-11-09T09:10:02.690" v="267" actId="478"/>
          <ac:picMkLst>
            <pc:docMk/>
            <pc:sldMk cId="2799425353" sldId="280"/>
            <ac:picMk id="4" creationId="{9A9A8C6E-A514-B85B-8A60-E7218C47758E}"/>
          </ac:picMkLst>
        </pc:picChg>
        <pc:picChg chg="add mod">
          <ac:chgData name="REVANTH SAI BOMMA" userId="082ebaeb927c1c5f" providerId="LiveId" clId="{31C0CB85-6C6B-4CC7-8709-BD31C5305AC8}" dt="2025-11-09T09:13:16.020" v="282" actId="14100"/>
          <ac:picMkLst>
            <pc:docMk/>
            <pc:sldMk cId="2799425353" sldId="280"/>
            <ac:picMk id="6" creationId="{1631D50E-D09A-7FB5-5181-0A4280FE6766}"/>
          </ac:picMkLst>
        </pc:picChg>
        <pc:picChg chg="del">
          <ac:chgData name="REVANTH SAI BOMMA" userId="082ebaeb927c1c5f" providerId="LiveId" clId="{31C0CB85-6C6B-4CC7-8709-BD31C5305AC8}" dt="2025-11-09T09:10:04.454" v="268" actId="478"/>
          <ac:picMkLst>
            <pc:docMk/>
            <pc:sldMk cId="2799425353" sldId="280"/>
            <ac:picMk id="7" creationId="{4CECE271-4600-11FF-8BE5-97574AF601A1}"/>
          </ac:picMkLst>
        </pc:picChg>
        <pc:picChg chg="add mod">
          <ac:chgData name="REVANTH SAI BOMMA" userId="082ebaeb927c1c5f" providerId="LiveId" clId="{31C0CB85-6C6B-4CC7-8709-BD31C5305AC8}" dt="2025-11-09T09:13:18.418" v="283" actId="1076"/>
          <ac:picMkLst>
            <pc:docMk/>
            <pc:sldMk cId="2799425353" sldId="280"/>
            <ac:picMk id="10" creationId="{E86FDD57-01ED-076C-8BD4-9F179B4FC1F4}"/>
          </ac:picMkLst>
        </pc:picChg>
      </pc:sldChg>
      <pc:sldChg chg="addSp delSp modSp add mod ord">
        <pc:chgData name="REVANTH SAI BOMMA" userId="082ebaeb927c1c5f" providerId="LiveId" clId="{31C0CB85-6C6B-4CC7-8709-BD31C5305AC8}" dt="2025-11-09T10:06:15.542" v="833" actId="20577"/>
        <pc:sldMkLst>
          <pc:docMk/>
          <pc:sldMk cId="3645892342" sldId="281"/>
        </pc:sldMkLst>
        <pc:spChg chg="mod">
          <ac:chgData name="REVANTH SAI BOMMA" userId="082ebaeb927c1c5f" providerId="LiveId" clId="{31C0CB85-6C6B-4CC7-8709-BD31C5305AC8}" dt="2025-11-09T09:24:20.578" v="373" actId="1076"/>
          <ac:spMkLst>
            <pc:docMk/>
            <pc:sldMk cId="3645892342" sldId="281"/>
            <ac:spMk id="2" creationId="{74B502B1-07DE-3CDB-99AF-5115AAB90557}"/>
          </ac:spMkLst>
        </pc:spChg>
        <pc:spChg chg="mod">
          <ac:chgData name="REVANTH SAI BOMMA" userId="082ebaeb927c1c5f" providerId="LiveId" clId="{31C0CB85-6C6B-4CC7-8709-BD31C5305AC8}" dt="2025-11-09T10:06:15.542" v="833" actId="20577"/>
          <ac:spMkLst>
            <pc:docMk/>
            <pc:sldMk cId="3645892342" sldId="281"/>
            <ac:spMk id="3" creationId="{2A71771C-C484-2056-334C-0A38D67225CF}"/>
          </ac:spMkLst>
        </pc:spChg>
        <pc:spChg chg="add">
          <ac:chgData name="REVANTH SAI BOMMA" userId="082ebaeb927c1c5f" providerId="LiveId" clId="{31C0CB85-6C6B-4CC7-8709-BD31C5305AC8}" dt="2025-11-09T09:25:56.363" v="374"/>
          <ac:spMkLst>
            <pc:docMk/>
            <pc:sldMk cId="3645892342" sldId="281"/>
            <ac:spMk id="5" creationId="{47B0E8E9-3233-21D0-A1EC-D62009A75D39}"/>
          </ac:spMkLst>
        </pc:spChg>
        <pc:spChg chg="add">
          <ac:chgData name="REVANTH SAI BOMMA" userId="082ebaeb927c1c5f" providerId="LiveId" clId="{31C0CB85-6C6B-4CC7-8709-BD31C5305AC8}" dt="2025-11-09T09:26:20.680" v="377"/>
          <ac:spMkLst>
            <pc:docMk/>
            <pc:sldMk cId="3645892342" sldId="281"/>
            <ac:spMk id="6" creationId="{1A108FEB-B46F-69C0-E916-FB5593C9F725}"/>
          </ac:spMkLst>
        </pc:spChg>
        <pc:spChg chg="add">
          <ac:chgData name="REVANTH SAI BOMMA" userId="082ebaeb927c1c5f" providerId="LiveId" clId="{31C0CB85-6C6B-4CC7-8709-BD31C5305AC8}" dt="2025-11-09T09:26:58.005" v="380"/>
          <ac:spMkLst>
            <pc:docMk/>
            <pc:sldMk cId="3645892342" sldId="281"/>
            <ac:spMk id="7" creationId="{71C7F556-916E-4550-269F-1B734F9C3C6F}"/>
          </ac:spMkLst>
        </pc:spChg>
        <pc:spChg chg="add del mod">
          <ac:chgData name="REVANTH SAI BOMMA" userId="082ebaeb927c1c5f" providerId="LiveId" clId="{31C0CB85-6C6B-4CC7-8709-BD31C5305AC8}" dt="2025-11-09T09:27:43.380" v="385" actId="478"/>
          <ac:spMkLst>
            <pc:docMk/>
            <pc:sldMk cId="3645892342" sldId="281"/>
            <ac:spMk id="8" creationId="{196A1C4A-0818-3DEF-4792-D840996866EA}"/>
          </ac:spMkLst>
        </pc:spChg>
        <pc:spChg chg="add del mod">
          <ac:chgData name="REVANTH SAI BOMMA" userId="082ebaeb927c1c5f" providerId="LiveId" clId="{31C0CB85-6C6B-4CC7-8709-BD31C5305AC8}" dt="2025-11-09T09:28:39.431" v="403" actId="478"/>
          <ac:spMkLst>
            <pc:docMk/>
            <pc:sldMk cId="3645892342" sldId="281"/>
            <ac:spMk id="9" creationId="{E40508BF-C49E-A875-F6AC-C7CD29E09BCC}"/>
          </ac:spMkLst>
        </pc:spChg>
      </pc:sldChg>
      <pc:sldChg chg="addSp modSp add mod ord">
        <pc:chgData name="REVANTH SAI BOMMA" userId="082ebaeb927c1c5f" providerId="LiveId" clId="{31C0CB85-6C6B-4CC7-8709-BD31C5305AC8}" dt="2025-11-09T09:24:07.798" v="372" actId="20577"/>
        <pc:sldMkLst>
          <pc:docMk/>
          <pc:sldMk cId="3426652900" sldId="282"/>
        </pc:sldMkLst>
        <pc:spChg chg="mod">
          <ac:chgData name="REVANTH SAI BOMMA" userId="082ebaeb927c1c5f" providerId="LiveId" clId="{31C0CB85-6C6B-4CC7-8709-BD31C5305AC8}" dt="2025-11-09T09:23:26.299" v="363" actId="1076"/>
          <ac:spMkLst>
            <pc:docMk/>
            <pc:sldMk cId="3426652900" sldId="282"/>
            <ac:spMk id="2" creationId="{7AB8985C-F5D0-7FB1-6DEB-9AEBE7C82ABE}"/>
          </ac:spMkLst>
        </pc:spChg>
        <pc:spChg chg="add mod">
          <ac:chgData name="REVANTH SAI BOMMA" userId="082ebaeb927c1c5f" providerId="LiveId" clId="{31C0CB85-6C6B-4CC7-8709-BD31C5305AC8}" dt="2025-11-09T09:24:07.798" v="372" actId="20577"/>
          <ac:spMkLst>
            <pc:docMk/>
            <pc:sldMk cId="3426652900" sldId="282"/>
            <ac:spMk id="6" creationId="{FE043F11-5126-3CEB-4933-065F5795256B}"/>
          </ac:spMkLst>
        </pc:spChg>
      </pc:sldChg>
      <pc:sldChg chg="addSp delSp modSp add mod">
        <pc:chgData name="REVANTH SAI BOMMA" userId="082ebaeb927c1c5f" providerId="LiveId" clId="{31C0CB85-6C6B-4CC7-8709-BD31C5305AC8}" dt="2025-11-09T09:16:18.303" v="287" actId="2711"/>
        <pc:sldMkLst>
          <pc:docMk/>
          <pc:sldMk cId="1158672993" sldId="283"/>
        </pc:sldMkLst>
        <pc:spChg chg="add mod">
          <ac:chgData name="REVANTH SAI BOMMA" userId="082ebaeb927c1c5f" providerId="LiveId" clId="{31C0CB85-6C6B-4CC7-8709-BD31C5305AC8}" dt="2025-11-09T09:16:18.303" v="287" actId="2711"/>
          <ac:spMkLst>
            <pc:docMk/>
            <pc:sldMk cId="1158672993" sldId="283"/>
            <ac:spMk id="6" creationId="{2A749821-7773-3AB1-9DBB-B10447033D9C}"/>
          </ac:spMkLst>
        </pc:spChg>
        <pc:spChg chg="mod">
          <ac:chgData name="REVANTH SAI BOMMA" userId="082ebaeb927c1c5f" providerId="LiveId" clId="{31C0CB85-6C6B-4CC7-8709-BD31C5305AC8}" dt="2025-11-09T09:09:49.828" v="262" actId="20577"/>
          <ac:spMkLst>
            <pc:docMk/>
            <pc:sldMk cId="1158672993" sldId="283"/>
            <ac:spMk id="9" creationId="{7D775ECF-BBFE-D714-0AF7-DDC4B3666E6B}"/>
          </ac:spMkLst>
        </pc:spChg>
        <pc:picChg chg="del">
          <ac:chgData name="REVANTH SAI BOMMA" userId="082ebaeb927c1c5f" providerId="LiveId" clId="{31C0CB85-6C6B-4CC7-8709-BD31C5305AC8}" dt="2025-11-09T09:09:52.033" v="263" actId="478"/>
          <ac:picMkLst>
            <pc:docMk/>
            <pc:sldMk cId="1158672993" sldId="283"/>
            <ac:picMk id="3" creationId="{7E8A3671-79E5-07A7-20A8-BF814B301F2A}"/>
          </ac:picMkLst>
        </pc:picChg>
        <pc:picChg chg="del">
          <ac:chgData name="REVANTH SAI BOMMA" userId="082ebaeb927c1c5f" providerId="LiveId" clId="{31C0CB85-6C6B-4CC7-8709-BD31C5305AC8}" dt="2025-11-09T09:09:54.393" v="264" actId="478"/>
          <ac:picMkLst>
            <pc:docMk/>
            <pc:sldMk cId="1158672993" sldId="283"/>
            <ac:picMk id="4" creationId="{61317AD6-DA5F-1091-352B-DD647B18B29F}"/>
          </ac:picMkLst>
        </pc:picChg>
        <pc:picChg chg="del">
          <ac:chgData name="REVANTH SAI BOMMA" userId="082ebaeb927c1c5f" providerId="LiveId" clId="{31C0CB85-6C6B-4CC7-8709-BD31C5305AC8}" dt="2025-11-09T09:09:56.572" v="265" actId="478"/>
          <ac:picMkLst>
            <pc:docMk/>
            <pc:sldMk cId="1158672993" sldId="283"/>
            <ac:picMk id="7" creationId="{0EB9F329-80F4-6B2B-BF4D-545AE86E06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3EB6-3078-AD22-9754-E63E3DD26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CAD73-625C-0B88-76E1-A6A621BCF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9F25-976B-A0F4-E3B9-5F7DCEB1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BA84-B2AB-0C0B-22A0-6828D2F7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DBD0F-0593-38F3-5208-8588C118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BDE8-2FF8-7D49-74D4-F9C9E2B3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E5600-5F9E-F2AE-1085-7E5DAF5DA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A756D-436D-DFDE-3412-F52E75C9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77472-9D9D-078A-07D7-9635F54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CAE2A-225A-E88C-2A4E-5D71B09E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8B72-F29F-5493-9431-3E5C334A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00F92-C88E-DA24-CB34-A35A3716A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7B9E-0CC8-30A6-0C79-C77ED860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843D0-3773-F90A-FECA-347A6A67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1DC9-2ADD-40D2-DE91-3A1C0D3C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3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85E1-EEEB-AB16-3441-2BF9FF7A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954F3-42F1-1CBB-C6E5-3AA557F5B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012E7-AFB3-DEA0-61E8-5E1AB5D6C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001C0-D0AF-4F46-5877-CE969655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68C4D-538B-1339-77EB-7C08ECD6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2FA70-D7CF-CA8F-B73C-ED60ED5E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2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605B-252E-8EE8-3DD1-F73FBAC2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C98C-A61A-2916-3D7B-B5C747291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E7F3-538C-4F06-1D18-75F43E0E3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2C702-7A2E-A44B-6261-9D7839A85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60C27-7364-6453-DA85-EF081A99D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2C8A7-4F8D-6D26-3116-CF0F849B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0B44E-A58B-3384-D10D-43CC2195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BD0B1-6C68-12D8-F6BF-5EB2615C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F669-D507-AED6-F6AF-6687FE42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69938-0176-4824-6CD9-1030A5DEC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428A0-FDAF-3056-1A2A-0A15B458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A1018-8651-302D-157A-0EB26980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04D56-E5F2-D370-746F-49FDB65B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6EA89-12D1-35A2-56A3-3541CAB0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76F3C-417F-F953-0E53-566ECD5D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8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71AA-84D8-37AD-1116-04BEEB4C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865A-685E-2B12-605E-E6DF1575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731B5-E3EF-5D62-6DF6-0F0E4D85B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09801-CB15-A82E-495A-D3493874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4981A-5222-770B-815A-4D84E079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4903C-DA47-56A2-CCE7-CB1E95E9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D0B1-E0DE-E011-A9BA-5C06EE00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F6923D-86E0-D114-411C-484298E5E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717C3-E4D6-BA3F-E6A7-A694DDA04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313A7-BC7B-F6D2-98B1-7D187324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D70AC-8120-EF51-5C07-FA5B818A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0C29F-940A-172A-7961-0561EED0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1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F928-E2A9-2E05-F398-DC6FDC43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55D08-F44E-83F1-0CA5-A477343D8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B26F3-7A73-050C-3265-21EF5FD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BE2E-4DBF-4966-6043-0D75872E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4DDB3-860B-9F69-E9F0-98F7B789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2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2969D-806D-4FF3-BDE8-7197F761F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87D7B-C1CF-1F35-C3AC-402207CD3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E772A-3EC4-6807-D956-C8EE4CDE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F70B-8839-3926-DDFF-8BA9BEDC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7C33-6AB7-5377-C2AD-62B49011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3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av Rachna Vidyanatariksha - Manav Rachna Educational Institutions">
            <a:extLst>
              <a:ext uri="{FF2B5EF4-FFF2-40B4-BE49-F238E27FC236}">
                <a16:creationId xmlns:a16="http://schemas.microsoft.com/office/drawing/2014/main" id="{DA56EE78-9C3F-7845-9EF2-96EEBB8F51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9" y="4596370"/>
            <a:ext cx="3742348" cy="21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nav Rachna announces MRNAT 2021 for admission to 100+ courses - Hindustan  Times">
            <a:extLst>
              <a:ext uri="{FF2B5EF4-FFF2-40B4-BE49-F238E27FC236}">
                <a16:creationId xmlns:a16="http://schemas.microsoft.com/office/drawing/2014/main" id="{089EA624-4520-7F4B-8195-8CAA7EB404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2389150"/>
            <a:ext cx="3505200" cy="220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urses - Explore new edge Courses at Manav Rachna">
            <a:extLst>
              <a:ext uri="{FF2B5EF4-FFF2-40B4-BE49-F238E27FC236}">
                <a16:creationId xmlns:a16="http://schemas.microsoft.com/office/drawing/2014/main" id="{4BFE081B-4D26-1948-B598-AAC2F9BA42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632" y="2519901"/>
            <a:ext cx="3282073" cy="217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nav Rachna International University, Aravalli Campus | Edunuts">
            <a:extLst>
              <a:ext uri="{FF2B5EF4-FFF2-40B4-BE49-F238E27FC236}">
                <a16:creationId xmlns:a16="http://schemas.microsoft.com/office/drawing/2014/main" id="{0B247C89-BA4B-9E4A-B1DE-853BEAF0ED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108" y="100075"/>
            <a:ext cx="3332597" cy="241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titled design (1)">
            <a:extLst>
              <a:ext uri="{FF2B5EF4-FFF2-40B4-BE49-F238E27FC236}">
                <a16:creationId xmlns:a16="http://schemas.microsoft.com/office/drawing/2014/main" id="{C1476F4A-AE22-A04D-A3DD-89121DEAAE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48" y="100075"/>
            <a:ext cx="4217897" cy="239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D3E1F66-616A-654E-9B12-6C27A1F57C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0" y="33972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1C04F10C-4F57-BD4C-90DB-FAFD2185B5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35496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5D879326-88C5-8F43-9034-478FE58141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050" y="37020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nav Rachna International Institute of Research and Studies - Wikipedia">
            <a:extLst>
              <a:ext uri="{FF2B5EF4-FFF2-40B4-BE49-F238E27FC236}">
                <a16:creationId xmlns:a16="http://schemas.microsoft.com/office/drawing/2014/main" id="{1A9B9F7F-45A0-0045-A348-45989F0B08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77" y="2499704"/>
            <a:ext cx="4405147" cy="202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anav rachana university - Samsung Members">
            <a:extLst>
              <a:ext uri="{FF2B5EF4-FFF2-40B4-BE49-F238E27FC236}">
                <a16:creationId xmlns:a16="http://schemas.microsoft.com/office/drawing/2014/main" id="{03086A82-E0A3-5A43-84FD-FE4B653F9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446" y="4586883"/>
            <a:ext cx="4464302" cy="21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Manav Rachna International University Faridabad - Home | Facebook">
            <a:extLst>
              <a:ext uri="{FF2B5EF4-FFF2-40B4-BE49-F238E27FC236}">
                <a16:creationId xmlns:a16="http://schemas.microsoft.com/office/drawing/2014/main" id="{DC5F85BF-9EA6-5D4D-87B0-D2E0D22AB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106263"/>
            <a:ext cx="3505200" cy="228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Manav Rachna University - [MRU], Faridabad - Images, Photos, Videos,  Gallery 2022-2023">
            <a:extLst>
              <a:ext uri="{FF2B5EF4-FFF2-40B4-BE49-F238E27FC236}">
                <a16:creationId xmlns:a16="http://schemas.microsoft.com/office/drawing/2014/main" id="{B6184619-859E-6D48-8A27-977A81CDB8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48" y="4595317"/>
            <a:ext cx="3682252" cy="216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06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chemeClr val="accent4">
                <a:lumMod val="5000"/>
                <a:lumOff val="95000"/>
              </a:schemeClr>
            </a:gs>
            <a:gs pos="100000">
              <a:schemeClr val="accent4">
                <a:lumMod val="45000"/>
                <a:lumOff val="55000"/>
              </a:schemeClr>
            </a:gs>
            <a:gs pos="99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C825BD-E8E9-E78C-3780-E97A580D2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56351-0E30-4384-6280-4434DE693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F2E7-C51A-5085-56F4-A666EA11A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23930-28C2-45B3-B7C3-298A5E81EB8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30E41-FEF8-200C-B5D6-F6DE9798A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8D8E0-0F46-B64E-2ED1-E99D4AAB7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AE0D4-656D-40FB-892B-287CAA2B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2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22BC-49C8-B9B0-5C38-6207CAE29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B0DB-77F1-CF64-E100-2C789131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32" y="1436914"/>
            <a:ext cx="11196735" cy="3984171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CARGO LOADING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4C3FB59-C15A-3FB6-96D3-D9A6CEE4A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935" y="77788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632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B0D7010-D985-0374-63AF-63069569E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440" y="0"/>
            <a:ext cx="3705225" cy="828466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19DA8B1-A415-A8C1-7E49-1FE21CAEF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940934"/>
              </p:ext>
            </p:extLst>
          </p:nvPr>
        </p:nvGraphicFramePr>
        <p:xfrm>
          <a:off x="1108074" y="1160890"/>
          <a:ext cx="9491016" cy="4042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672">
                  <a:extLst>
                    <a:ext uri="{9D8B030D-6E8A-4147-A177-3AD203B41FA5}">
                      <a16:colId xmlns:a16="http://schemas.microsoft.com/office/drawing/2014/main" val="3278279180"/>
                    </a:ext>
                  </a:extLst>
                </a:gridCol>
                <a:gridCol w="3163672">
                  <a:extLst>
                    <a:ext uri="{9D8B030D-6E8A-4147-A177-3AD203B41FA5}">
                      <a16:colId xmlns:a16="http://schemas.microsoft.com/office/drawing/2014/main" val="453485686"/>
                    </a:ext>
                  </a:extLst>
                </a:gridCol>
                <a:gridCol w="3163672">
                  <a:extLst>
                    <a:ext uri="{9D8B030D-6E8A-4147-A177-3AD203B41FA5}">
                      <a16:colId xmlns:a16="http://schemas.microsoft.com/office/drawing/2014/main" val="2885372192"/>
                    </a:ext>
                  </a:extLst>
                </a:gridCol>
              </a:tblGrid>
              <a:tr h="808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Student’s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Branch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096914"/>
                  </a:ext>
                </a:extLst>
              </a:tr>
              <a:tr h="808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Revanth Sai Bomma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1/23/SET/BCS/417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 AIML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749335"/>
                  </a:ext>
                </a:extLst>
              </a:tr>
              <a:tr h="808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Akshita Chauhan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1/23/SET/BCS/465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 AIML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485897"/>
                  </a:ext>
                </a:extLst>
              </a:tr>
              <a:tr h="808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Bhumika Rawat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1/23/SET/BCS/408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CSE AIML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117295"/>
                  </a:ext>
                </a:extLst>
              </a:tr>
              <a:tr h="8085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Utsav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1/23/SET/BCS/427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 AIML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032965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295A5DDC-88B3-5912-B03E-BEA738685027}"/>
              </a:ext>
            </a:extLst>
          </p:cNvPr>
          <p:cNvSpPr txBox="1">
            <a:spLocks/>
          </p:cNvSpPr>
          <p:nvPr/>
        </p:nvSpPr>
        <p:spPr>
          <a:xfrm>
            <a:off x="2202813" y="5397724"/>
            <a:ext cx="7228206" cy="8704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/>
              <a:t>Under the Guidance of </a:t>
            </a:r>
          </a:p>
          <a:p>
            <a:pPr algn="ctr">
              <a:spcBef>
                <a:spcPts val="1145"/>
              </a:spcBef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Ms. Deepika Kataria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698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A692-BF3E-93F8-20D5-42E1B47B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470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D24E9E9-ED27-2835-27DE-BA3159F6E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935" y="77788"/>
            <a:ext cx="3705225" cy="82846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E680A1-5177-2DB3-27DA-EB511937B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025"/>
            <a:ext cx="10515600" cy="4351338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b="1" dirty="0"/>
              <a:t>Introduction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/>
              <a:t>Literature review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/>
              <a:t>Proposed model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strike="noStrike" spc="-1" dirty="0">
                <a:latin typeface="Calibri"/>
              </a:rPr>
              <a:t>Proposed methodology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strike="noStrike" spc="-1" dirty="0">
                <a:latin typeface="Calibri"/>
              </a:rPr>
              <a:t>Results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spc="-1" dirty="0">
                <a:latin typeface="Calibri"/>
              </a:rPr>
              <a:t>Future scope</a:t>
            </a:r>
            <a:endParaRPr lang="en-US" sz="2400" b="1" strike="noStrike" spc="-1" dirty="0">
              <a:latin typeface="Calibri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/>
              <a:t>Conclusion</a:t>
            </a:r>
            <a:r>
              <a:rPr lang="en-US" sz="2400" dirty="0"/>
              <a:t>   </a:t>
            </a:r>
          </a:p>
        </p:txBody>
      </p:sp>
    </p:spTree>
    <p:extLst>
      <p:ext uri="{BB962C8B-B14F-4D97-AF65-F5344CB8AC3E}">
        <p14:creationId xmlns:p14="http://schemas.microsoft.com/office/powerpoint/2010/main" val="9568211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0ECE-C3C5-1C8F-A6F6-B201D9CF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62" y="818975"/>
            <a:ext cx="10791611" cy="60530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72801-7EC2-5758-8CD8-4C52169D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816" y="4353285"/>
            <a:ext cx="9464040" cy="4571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849C1DF3-B975-A6A1-EC2E-EB1B6A4D6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604" y="87119"/>
            <a:ext cx="3705225" cy="82846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5E217BC-1956-5A74-D3EF-449FB9B5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059" y="2430561"/>
            <a:ext cx="932688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logistics industry often faces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maximizing profit while staying within truck capacity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goods (like rice, wheat, oil, sugar) can be divided into smaller portions, allowing partial loading.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Fractional Knapsack Algorithm an ideal choice, as it allows fractional selection of goods to achieve the highest profit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implements this concept in Python and visualizes results using Matplotlib.</a:t>
            </a:r>
          </a:p>
        </p:txBody>
      </p:sp>
    </p:spTree>
    <p:extLst>
      <p:ext uri="{BB962C8B-B14F-4D97-AF65-F5344CB8AC3E}">
        <p14:creationId xmlns:p14="http://schemas.microsoft.com/office/powerpoint/2010/main" val="170799194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3617-4DDE-8BC0-C9A1-0ED3F9EC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985C-F5D0-7FB1-6DEB-9AEBE7C8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14" y="501352"/>
            <a:ext cx="10791611" cy="60530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iterature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C06A-49EC-EFC5-61B0-230FB6125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79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928ECB5-6E27-A966-BF99-E739CC76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604" y="87119"/>
            <a:ext cx="3705225" cy="82846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0582487-6B53-F89E-0EA2-7649785D9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49" y="2136809"/>
            <a:ext cx="10791611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classical optimization problem used to select items to maximize value under weight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0/1 Knapsack: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 are indivisible; either taken fully or not at 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Fractional Knapsack: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 are divisible; fractions can be taken based on profit-to-weight ratio.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 Principle: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Always pick the item (or part of it) with the highest profit per unit weight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 (2009):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(2024):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Algorithms in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Knapsack models in logistics, inventory management, and finance.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5290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E9B5-FD14-B39B-74E1-4C752124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02B1-07DE-3CDB-99AF-5115AAB9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71" y="198699"/>
            <a:ext cx="10791611" cy="60530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1771C-C484-2056-334C-0A38D6722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71" y="1027165"/>
            <a:ext cx="11169629" cy="4860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– “Fractional Knapsack”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Profit-to-Weight Ratio for each item.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items in decreasing order of ratio.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items until capacity is full: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next item fits, take it fully.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Else, take a fraction of it proportional to remaining capacity.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Total Profit.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Greedy?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Greedy approach ensures optimality for fractional problems.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Simple, fast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efficient for real-world logistics applications.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43DD2BC-0145-8F85-5E95-AE2AE75DF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604" y="87119"/>
            <a:ext cx="3705225" cy="8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9234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244D-108F-4881-500B-70D529C2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6" y="440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sz="3500" b="1" dirty="0">
                <a:latin typeface="Calibri "/>
                <a:cs typeface="Times New Roman" panose="02020603050405020304" pitchFamily="18" charset="0"/>
              </a:rPr>
            </a:br>
            <a:endParaRPr lang="en-US" sz="3500" dirty="0">
              <a:latin typeface="Calibri 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ED10-1CBD-0910-5078-526EC279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116"/>
            <a:ext cx="10515600" cy="49738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9C3F90C-E198-4067-4571-16E14C8E5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77797"/>
            <a:ext cx="3705225" cy="828466"/>
          </a:xfrm>
          <a:prstGeom prst="rect">
            <a:avLst/>
          </a:prstGeom>
        </p:spPr>
      </p:pic>
      <p:sp>
        <p:nvSpPr>
          <p:cNvPr id="19" name="Rectangle 15">
            <a:extLst>
              <a:ext uri="{FF2B5EF4-FFF2-40B4-BE49-F238E27FC236}">
                <a16:creationId xmlns:a16="http://schemas.microsoft.com/office/drawing/2014/main" id="{AD13B2D3-65D2-E8CA-A470-229CE696A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55" y="185971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7557A5-8A57-0E8A-62E4-165009E76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398" y="816636"/>
            <a:ext cx="3831203" cy="57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9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E26A3CF9-ED82-20D0-B6F3-3A3396CA6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77797"/>
            <a:ext cx="3705225" cy="8284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172FF0-7666-FC54-F5C5-1430B1CD3D0F}"/>
              </a:ext>
            </a:extLst>
          </p:cNvPr>
          <p:cNvSpPr txBox="1"/>
          <p:nvPr/>
        </p:nvSpPr>
        <p:spPr>
          <a:xfrm>
            <a:off x="304138" y="264582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73427-968E-80E1-CF14-4F1B3EB2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631" y="906264"/>
            <a:ext cx="6139199" cy="54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2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2FBFE-FAB5-A5E2-CD4F-249A6A89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5E3FDF91-1543-E506-F458-0D35EF7D1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77797"/>
            <a:ext cx="3705225" cy="8284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775ECF-BBFE-D714-0AF7-DDC4B3666E6B}"/>
              </a:ext>
            </a:extLst>
          </p:cNvPr>
          <p:cNvSpPr txBox="1"/>
          <p:nvPr/>
        </p:nvSpPr>
        <p:spPr>
          <a:xfrm>
            <a:off x="304138" y="264582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BB462B-EB1F-761B-7CDB-A27455626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665" y="1902153"/>
            <a:ext cx="782823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model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multi-truck optimization.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logistics data from APIs.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machine learning to predict future profits.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multi-constraint knapsack (weight, volume, time).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dashboard using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Power BI for deeper analysis.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 for field-level cargo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0/1 and Fractional Knapsack 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same app.</a:t>
            </a:r>
          </a:p>
        </p:txBody>
      </p:sp>
    </p:spTree>
    <p:extLst>
      <p:ext uri="{BB962C8B-B14F-4D97-AF65-F5344CB8AC3E}">
        <p14:creationId xmlns:p14="http://schemas.microsoft.com/office/powerpoint/2010/main" val="115867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2FCC-3525-3BEE-7A0E-B9D9CE31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EFAF22DE-C453-5452-6127-29A3EC623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75" y="77797"/>
            <a:ext cx="3705225" cy="8284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EDD7B5-FFCA-C97C-3369-3C58E1BBE46B}"/>
              </a:ext>
            </a:extLst>
          </p:cNvPr>
          <p:cNvSpPr txBox="1"/>
          <p:nvPr/>
        </p:nvSpPr>
        <p:spPr>
          <a:xfrm>
            <a:off x="304138" y="264582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C6BFAD-61AA-5783-2678-27BC0B2B4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99" y="2035727"/>
            <a:ext cx="1108411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applies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Fractional Knapsack Algorithm to optimize cargo loading.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maximizes profit while fully utilizing available capacity.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Greedy approach ensures optimality with high efficiency.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app provides an interactive and visual way to understand algorithmic optimization.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model can serve as a foundation for real-world logistics and supply chain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237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689BC4C-251C-8983-8918-BECF47F38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54" y="806195"/>
            <a:ext cx="7745969" cy="17234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0E4A-417B-CD4C-9256-4F3BE4CA6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315" y="3046943"/>
            <a:ext cx="7745969" cy="1408222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67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6528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485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</vt:lpstr>
      <vt:lpstr>Calibri Light</vt:lpstr>
      <vt:lpstr>Times New Roman</vt:lpstr>
      <vt:lpstr>Office Theme</vt:lpstr>
      <vt:lpstr>PowerPoint Presentation</vt:lpstr>
      <vt:lpstr>CARGO LOADING</vt:lpstr>
      <vt:lpstr>PowerPoint Presentation</vt:lpstr>
      <vt:lpstr>CONTENTS</vt:lpstr>
      <vt:lpstr>Introduction </vt:lpstr>
      <vt:lpstr>Literature review</vt:lpstr>
      <vt:lpstr>Model</vt:lpstr>
      <vt:lpstr>Methodology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 bura</dc:creator>
  <cp:lastModifiedBy>REVANTH SAI BOMMA</cp:lastModifiedBy>
  <cp:revision>19</cp:revision>
  <dcterms:created xsi:type="dcterms:W3CDTF">2023-05-04T03:53:33Z</dcterms:created>
  <dcterms:modified xsi:type="dcterms:W3CDTF">2025-11-15T06:34:56Z</dcterms:modified>
</cp:coreProperties>
</file>